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1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650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530"/>
          </a:solidFill>
          <a:ln w="12700">
            <a:solidFill>
              <a:srgbClr val="132530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ventas digital para sus repuestos automotrices.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286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Reunión inicial · Emasa Perú · Lunes 27 de abril 2026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56764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F0E8"/>
                </a:solidFill>
                <a:latin typeface="Impact" panose="020B0806030902050204" pitchFamily="34" charset="0"/>
                <a:ea typeface="Arial" pitchFamily="34" charset="-122"/>
                <a:cs typeface="Arial" pitchFamily="34" charset="-120"/>
              </a:rPr>
              <a:t>Pide · Llega · Repara</a:t>
            </a:r>
            <a:endParaRPr lang="en-US" sz="2000" dirty="0">
              <a:latin typeface="Impact" panose="020B080603090205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17CF31F-362F-AB36-D241-32A20FDDD0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16" y="831215"/>
            <a:ext cx="3343275" cy="6235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E28"/>
          </a:solidFill>
          <a:ln w="12700">
            <a:solidFill>
              <a:srgbClr val="0D1E28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mecánico pierde 2-3 horas al día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buscando repuestos.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743200" cy="265176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Llamadas sin fin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a 5 proveedores. Nadie contesta o no tienen stock.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743200" cy="265176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11" name="Text 9"/>
          <p:cNvSpPr/>
          <p:nvPr/>
        </p:nvSpPr>
        <p:spPr>
          <a:xfrm>
            <a:off x="3337560" y="1965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sitios, varios viajes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9260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filtro en un lado, la correa en otro. Tiempo y plata perdidos.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743200" cy="265176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15" name="Text 13"/>
          <p:cNvSpPr/>
          <p:nvPr/>
        </p:nvSpPr>
        <p:spPr>
          <a:xfrm>
            <a:off x="6263640" y="1965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en visto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9260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al proveedor. En visto desde hace horas. El cliente ya lo llama a él.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0"/>
            <a:ext cx="9144000" cy="5143500"/>
          </a:xfrm>
          <a:prstGeom prst="rect">
            <a:avLst/>
          </a:prstGeom>
          <a:solidFill>
            <a:srgbClr val="132530"/>
          </a:solidFill>
          <a:ln w="12700">
            <a:solidFill>
              <a:srgbClr val="132530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RepuestoFijo es un Managed Marketplace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repuestos automotrices.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229600" cy="0"/>
          </a:xfrm>
          <a:prstGeom prst="line">
            <a:avLst/>
          </a:prstGeom>
          <a:noFill/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mecánico pide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30632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el repuesto en la app. Ve precio y marca antes de confirmar.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24688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Nosotros gestionamos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30632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Consultamos al proveedor. Coordinamos cobro y retiro del producto.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24688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 al taller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30632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motorizado recoge y entrega el mismo día. Todo junto.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repuestofijo.com</a:t>
            </a:r>
            <a:endParaRPr lang="en-US" sz="13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7E3DE67-4010-60B1-555D-FD5E9D792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04" y="1926574"/>
            <a:ext cx="927448" cy="706715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AFEF7547-CB2A-8EF6-259C-757DF8D08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933" y="1839998"/>
            <a:ext cx="897647" cy="92860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3B2E8C0-4C62-1186-3F0B-40A89393353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55080" y="1790874"/>
            <a:ext cx="906607" cy="9066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E28"/>
          </a:solidFill>
          <a:ln w="12700">
            <a:solidFill>
              <a:srgbClr val="0D1E28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funciona el modelo de markup.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011680" cy="164592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B2B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paga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RepuestoFijo a Emasa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4630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01168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RF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 · Plataforma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Impuestos · Operativa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40680" y="14630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011680" cy="164592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15" name="Text 13"/>
          <p:cNvSpPr/>
          <p:nvPr/>
        </p:nvSpPr>
        <p:spPr>
          <a:xfrm>
            <a:off x="6035040" y="1554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PVP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148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paga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mecánico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8229600" cy="0"/>
          </a:xfrm>
          <a:prstGeom prst="line">
            <a:avLst/>
          </a:prstGeom>
          <a:noFill/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Emasa recibe transferencia semanal cada lunes por productos retirados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Precio B2B fijo </a:t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ES" sz="1100" noProof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</a:t>
            </a: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5204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Sin costo de membresía ni comisión para </a:t>
            </a:r>
            <a:r>
              <a:rPr lang="en-US" sz="1100" dirty="0" err="1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Emasa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8862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El nombre de Emasa no aparece en la plataforma — confidencialidad total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530"/>
          </a:solidFill>
          <a:ln w="12700">
            <a:solidFill>
              <a:srgbClr val="13253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EMASA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mecánico elige por marca.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Emasa tiene las marcas que el mecánico pide.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229600" cy="0"/>
          </a:xfrm>
          <a:prstGeom prst="line">
            <a:avLst/>
          </a:prstGeom>
          <a:noFill/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920240" cy="45720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1920240"/>
            <a:ext cx="1920240" cy="45720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246888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920240"/>
            <a:ext cx="1920240" cy="45720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457200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1920240"/>
            <a:ext cx="1920240" cy="45720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667512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1920240" cy="45720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36576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2560320"/>
            <a:ext cx="1920240" cy="45720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24688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HYUNDAI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560320"/>
            <a:ext cx="1920240" cy="45720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457200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ECCO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2560320"/>
            <a:ext cx="1920240" cy="45720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667512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THINKCAR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200400"/>
            <a:ext cx="1920240" cy="45720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36576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HOFMANN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68880" y="3200400"/>
            <a:ext cx="1920240" cy="45720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246888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3200400"/>
            <a:ext cx="1920240" cy="457200"/>
          </a:xfrm>
          <a:prstGeom prst="rect">
            <a:avLst/>
          </a:prstGeom>
          <a:solidFill>
            <a:srgbClr val="1A3244"/>
          </a:solidFill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457200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886200"/>
            <a:ext cx="8229600" cy="0"/>
          </a:xfrm>
          <a:prstGeom prst="line">
            <a:avLst/>
          </a:prstGeom>
          <a:noFill/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0" name="Text 28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RepuestoFijo no compite con los canales mayoristas de Emasa — atiende el segmento de mecánicos independientes que hoy no llega a Emasa por los canales tradicionales.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E28"/>
          </a:solidFill>
          <a:ln w="12700">
            <a:solidFill>
              <a:srgbClr val="0D1E28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0392B"/>
                </a:solidFill>
                <a:latin typeface="Arial" pitchFamily="34" charset="0"/>
                <a:cs typeface="Arial" pitchFamily="34" charset="-120"/>
              </a:rPr>
              <a:t>SOCIO ESTRATEGICO INICIAL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incluye ser Socio </a:t>
            </a:r>
            <a:r>
              <a:rPr lang="en-US" sz="2400" b="1" dirty="0" err="1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Estratégico</a:t>
            </a:r>
            <a:r>
              <a:rPr lang="en-US" sz="2400" b="1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Inicial.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4864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marcas visibles para mecánicos activos en Lima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54864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permanente sobre proveedores que entren después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54864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costo de </a:t>
            </a:r>
            <a:r>
              <a:rPr lang="en-US" sz="1200" dirty="0" err="1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membresía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54864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contratos de permanencia ni exclusividad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54864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5029200" y="1371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 semanal cada lunes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874520"/>
            <a:ext cx="54864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5029200" y="18745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B2B fijo con protección contractual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377440"/>
            <a:ext cx="54864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5029200" y="2377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Emasa confidencial en la plataforma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8229600" cy="0"/>
          </a:xfrm>
          <a:prstGeom prst="line">
            <a:avLst/>
          </a:prstGeom>
          <a:noFill/>
          <a:ln w="12700">
            <a:solidFill>
              <a:srgbClr val="2A4A64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36576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F0E8"/>
                </a:solidFill>
                <a:latin typeface="Impact" panose="020B0806030902050204" pitchFamily="34" charset="0"/>
                <a:ea typeface="Arial" pitchFamily="34" charset="-122"/>
                <a:cs typeface="Arial" pitchFamily="34" charset="-120"/>
              </a:rPr>
              <a:t>Pide · Llega · Repara   |   repuestofijo.com</a:t>
            </a:r>
            <a:endParaRPr lang="en-US" sz="2000" dirty="0">
              <a:latin typeface="Impact" panose="020B080603090205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355</Words>
  <Application>Microsoft Office PowerPoint</Application>
  <PresentationFormat>Presentación en pantalla (16:9)</PresentationFormat>
  <Paragraphs>75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Impact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RepuestoFijo × Emasa</dc:title>
  <dc:subject>PptxGenJS Presentation</dc:subject>
  <dc:creator>PptxGenJS</dc:creator>
  <cp:lastModifiedBy>Enrique Martin  Salvador Quezada</cp:lastModifiedBy>
  <cp:revision>5</cp:revision>
  <dcterms:created xsi:type="dcterms:W3CDTF">2026-04-21T23:19:10Z</dcterms:created>
  <dcterms:modified xsi:type="dcterms:W3CDTF">2026-04-27T14:40:45Z</dcterms:modified>
</cp:coreProperties>
</file>